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0"/>
  </p:normalViewPr>
  <p:slideViewPr>
    <p:cSldViewPr snapToGrid="0">
      <p:cViewPr>
        <p:scale>
          <a:sx n="41" d="100"/>
          <a:sy n="41" d="100"/>
        </p:scale>
        <p:origin x="88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F1F77-E8B8-4877-BC4F-78D193168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B101C2-7C93-4333-8755-DA334DEAD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1821D-9F4F-4A50-9F8B-2C8E2C99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0B121-8976-4552-88C0-B63AC8F3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D725FF-27E1-4EE4-B06E-9BE4A4BD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74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20E444-638E-4E8B-BCF1-759D652A4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222C22-3FB1-4A76-8988-004B4E89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6B1CE2-9C29-476B-B8C1-1B724977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853236-E3D8-4058-AD16-44A34C2D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A787F-27C8-4884-9AE4-DE8B4BE3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46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BA537-B425-47FC-9FBA-22FB1498F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E361F1-0552-4913-9736-AD514BD02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E380A-3317-4E5F-A511-3D9F46DD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2588CF-3069-4483-9E91-A56836F35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B4C5BB-3185-422A-92EE-AD61F926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244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41CE9-262D-4573-8781-8334F899A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FFD55-BDAB-4F2F-9381-D24B4C02E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5F6FB7-C248-4D33-8C32-8127072C6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5939F5-1E0C-47F7-B947-D805AAD0C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40084-DDB0-44E3-AEFC-226B29CC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AA0CA0-107A-4E5F-8C86-71A2FC0B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112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3E048-5905-429D-9A1E-8F2E8E877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EFB60-C266-4BD7-B3C2-D09D522AA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905D49-D8AF-453F-833B-9267761A3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A729BC-44F2-4528-A899-AEA366B25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4F0DE2-4833-4269-A6AF-2C2D4EA0D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F0F179-8652-4DE6-884F-FB4DD931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CDBDAF-8511-4F06-935A-472AB0A6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FDBD7C-D83C-4632-9EBD-B8CCCA03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01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52B8C-D1A2-46EA-821E-D8DFC957D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B4F0C8-FD13-407C-AEB9-96396226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0A1CEB-319A-447D-A00D-C5DCE879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9C3FED-3EAB-477D-BF21-48C708B3B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69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82B719-8FB6-4599-9918-5E09D9E8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C32C5A-559B-43BC-A308-FC060F37E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DF7D8A-B927-4373-8888-14C2417D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99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5C3EC-72C3-48F5-BD82-7D9D3BF5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44BEC5-9BCA-4522-A937-E47677F9C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460D1E-EDDC-424F-AF79-265DF6354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55B7CD-93AB-4214-B608-9C3F48593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424E0-BA21-48CF-B511-631D6F812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B5DDBB-B5C0-423D-9B1F-EAFC6384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27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04979-F47E-46C9-9EF9-13B465DC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41BACE-7C9A-4DA7-99AB-9A810116A7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5EACB8-3FBC-463D-A3FC-534B2EAAA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7A6406-4356-427C-A818-3B0CB030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292A26-46A0-43E7-83CC-DFC63A87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617A88-470D-4F26-828C-C803AF25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5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C6BF4-0E91-406F-BA07-77ADD5C72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8A46BE-9142-4FD0-B892-3745B2DA8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7DF586-4BF1-4153-9F46-19E9BA80B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B104AA-EC5E-4B48-9F74-48C8E36B0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52E055-6850-4150-B7A3-C82AF441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19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72B66F-E9ED-4C2B-AB63-D75090F34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90ECE6-735F-46FC-B952-3F210869B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9356C7-74B8-4C10-AB6A-B26437A0A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A75E6A-963E-46A7-9DB2-DE967C4B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58EF1-B2D6-4EE7-8489-B97CED0A9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390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D7B8A3-E6CB-458A-A165-296E43CE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3EFB4-0A88-46B3-847D-B3F2EB8F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AA5305-0690-4BCC-801C-58DB02B28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16E46-D677-4FA8-974A-5B989B436838}" type="datetimeFigureOut">
              <a:rPr lang="zh-CN" altLang="en-US" smtClean="0"/>
              <a:t>2018/8/17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CE8D-ED06-43F9-9050-7653C7116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226BF-64BC-4523-B867-DC7B10AE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43A9A-7E29-4526-81CA-0C4E4AF6CF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72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E02402-9939-4701-8F4E-A80B7B9C18B2}"/>
              </a:ext>
            </a:extLst>
          </p:cNvPr>
          <p:cNvSpPr/>
          <p:nvPr/>
        </p:nvSpPr>
        <p:spPr>
          <a:xfrm>
            <a:off x="0" y="2171700"/>
            <a:ext cx="12192000" cy="29337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37747F3-F8C8-4138-BD13-7AC80B7BF6CB}"/>
              </a:ext>
            </a:extLst>
          </p:cNvPr>
          <p:cNvGrpSpPr/>
          <p:nvPr/>
        </p:nvGrpSpPr>
        <p:grpSpPr>
          <a:xfrm>
            <a:off x="8696926" y="2415652"/>
            <a:ext cx="3313106" cy="649595"/>
            <a:chOff x="7596384" y="2235770"/>
            <a:chExt cx="3581393" cy="754226"/>
          </a:xfrm>
        </p:grpSpPr>
        <p:pic>
          <p:nvPicPr>
            <p:cNvPr id="1026" name="Picture 2" descr="Image result for R">
              <a:extLst>
                <a:ext uri="{FF2B5EF4-FFF2-40B4-BE49-F238E27FC236}">
                  <a16:creationId xmlns:a16="http://schemas.microsoft.com/office/drawing/2014/main" id="{AC52B5F5-71C7-4FED-A927-8390B5E8F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6384" y="2252335"/>
              <a:ext cx="793243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1AA7EA4-FC93-4F08-9B15-5C563E3BE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66206" y="2269996"/>
              <a:ext cx="720000" cy="7200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F34E033-8286-4DB1-9CA0-40D4AAE49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404904" y="2235770"/>
              <a:ext cx="854237" cy="72000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51AD91B-FAB7-441F-B8ED-3AA9608F8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457777" y="2261187"/>
              <a:ext cx="720000" cy="720000"/>
            </a:xfrm>
            <a:prstGeom prst="rect">
              <a:avLst/>
            </a:prstGeom>
          </p:spPr>
        </p:pic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531A9C-EE31-4897-B7D7-BABEC9DB3EC9}"/>
              </a:ext>
            </a:extLst>
          </p:cNvPr>
          <p:cNvGrpSpPr/>
          <p:nvPr/>
        </p:nvGrpSpPr>
        <p:grpSpPr>
          <a:xfrm>
            <a:off x="8729059" y="3103357"/>
            <a:ext cx="3281815" cy="802073"/>
            <a:chOff x="7672992" y="3117211"/>
            <a:chExt cx="3547568" cy="93126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85DDC6-1625-4978-9E0A-95B0DC30F1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CFEFC"/>
                </a:clrFrom>
                <a:clrTo>
                  <a:srgbClr val="FCFEFC">
                    <a:alpha val="0"/>
                  </a:srgbClr>
                </a:clrTo>
              </a:clrChange>
            </a:blip>
            <a:srcRect l="10496" t="14468" r="58121" b="16385"/>
            <a:stretch/>
          </p:blipFill>
          <p:spPr>
            <a:xfrm>
              <a:off x="9552188" y="3254351"/>
              <a:ext cx="677180" cy="746045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140AEF5-4C27-4585-A33A-B744A5DB1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414995" y="3188911"/>
              <a:ext cx="805565" cy="805565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AE50C9E-9774-4450-8E26-F5EB483B5A7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672992" y="3188910"/>
              <a:ext cx="719867" cy="81148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B448F4C-2980-40F4-ADAB-6FD8B271DF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108" t="-1" r="2531" b="28662"/>
            <a:stretch/>
          </p:blipFill>
          <p:spPr>
            <a:xfrm>
              <a:off x="8635324" y="3117211"/>
              <a:ext cx="668880" cy="931264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855D350B-6B4A-47B6-8C0C-E50CDFCAAFF3}"/>
              </a:ext>
            </a:extLst>
          </p:cNvPr>
          <p:cNvGrpSpPr/>
          <p:nvPr/>
        </p:nvGrpSpPr>
        <p:grpSpPr>
          <a:xfrm>
            <a:off x="9216741" y="3979093"/>
            <a:ext cx="2306451" cy="692602"/>
            <a:chOff x="7798803" y="4196874"/>
            <a:chExt cx="2493222" cy="80416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FBE5843-2A77-4DD7-A28A-B3DCFFC92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6868" t="13304" r="15081" b="15629"/>
            <a:stretch/>
          </p:blipFill>
          <p:spPr>
            <a:xfrm>
              <a:off x="7798803" y="4249499"/>
              <a:ext cx="719630" cy="751535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CED6AF6-EE88-44DB-840D-0F067045F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77607" y="4218640"/>
              <a:ext cx="654050" cy="780955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D7DD49B-D1B4-4FC1-9D99-678DD784E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637975" y="4196874"/>
              <a:ext cx="654050" cy="804160"/>
            </a:xfrm>
            <a:prstGeom prst="rect">
              <a:avLst/>
            </a:prstGeom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3F9CD098-38D8-4F28-85F9-84E187F6F770}"/>
              </a:ext>
            </a:extLst>
          </p:cNvPr>
          <p:cNvSpPr txBox="1"/>
          <p:nvPr/>
        </p:nvSpPr>
        <p:spPr>
          <a:xfrm>
            <a:off x="0" y="558018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（在使用“画图”打开</a:t>
            </a:r>
            <a:r>
              <a:rPr lang="en-US" altLang="zh-CN" sz="2400" dirty="0"/>
              <a:t>banner110.jpg</a:t>
            </a:r>
            <a:r>
              <a:rPr lang="zh-CN" altLang="en-US" sz="2400" dirty="0"/>
              <a:t>文件，剪切和调整长宽）</a:t>
            </a:r>
            <a:endParaRPr lang="en-US" altLang="zh-CN" sz="2400" dirty="0"/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1000*200 </a:t>
            </a:r>
            <a:r>
              <a:rPr lang="zh-CN" altLang="en-US" sz="2400" dirty="0">
                <a:solidFill>
                  <a:srgbClr val="FF0000"/>
                </a:solidFill>
              </a:rPr>
              <a:t>像素 </a:t>
            </a:r>
            <a:r>
              <a:rPr lang="zh-CN" altLang="en-US" sz="2400" dirty="0"/>
              <a:t>→ 适合个人网站的</a:t>
            </a:r>
            <a:r>
              <a:rPr lang="en-US" altLang="zh-CN" sz="2400" dirty="0"/>
              <a:t>banner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35616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Wesley May</dc:creator>
  <cp:lastModifiedBy>Wesley May</cp:lastModifiedBy>
  <cp:revision>8</cp:revision>
  <dcterms:created xsi:type="dcterms:W3CDTF">2018-08-17T02:46:47Z</dcterms:created>
  <dcterms:modified xsi:type="dcterms:W3CDTF">2018-08-17T03:32:32Z</dcterms:modified>
</cp:coreProperties>
</file>